
<file path=[Content_Types].xml><?xml version="1.0" encoding="utf-8"?>
<Types xmlns="http://schemas.openxmlformats.org/package/2006/content-types">
  <Default Extension="png" ContentType="image/png"/>
  <Default Extension="jfif" ContentType="image/jpe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5" r:id="rId8"/>
    <p:sldId id="262" r:id="rId9"/>
    <p:sldId id="263" r:id="rId10"/>
    <p:sldId id="264" r:id="rId1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1859280"/>
            <a:ext cx="6400800" cy="1295400"/>
          </a:xfrm>
        </p:spPr>
        <p:txBody>
          <a:bodyPr/>
          <a:lstStyle/>
          <a:p>
            <a:r>
              <a:rPr lang="en-US" smtClean="0"/>
              <a:t>Click to edit Master title style</a:t>
            </a:r>
            <a:endParaRPr lang="en-US" dirty="0"/>
          </a:p>
        </p:txBody>
      </p:sp>
      <p:pic>
        <p:nvPicPr>
          <p:cNvPr id="8" name="Picture 7"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2801112"/>
            <a:ext cx="9144000" cy="932688"/>
          </a:xfrm>
          <a:prstGeom prst="rect">
            <a:avLst/>
          </a:prstGeom>
        </p:spPr>
      </p:pic>
      <p:sp>
        <p:nvSpPr>
          <p:cNvPr id="3" name="Subtitle 2"/>
          <p:cNvSpPr>
            <a:spLocks noGrp="1"/>
          </p:cNvSpPr>
          <p:nvPr>
            <p:ph type="subTitle" idx="1"/>
          </p:nvPr>
        </p:nvSpPr>
        <p:spPr>
          <a:xfrm>
            <a:off x="1371600" y="3429000"/>
            <a:ext cx="6400800" cy="762000"/>
          </a:xfrm>
        </p:spPr>
        <p:txBody>
          <a:bodyPr>
            <a:normAutofit/>
          </a:bodyPr>
          <a:lstStyle>
            <a:lvl1pPr marL="0" indent="0" algn="ctr">
              <a:buNone/>
              <a:defRPr sz="2000" i="1" baseline="0">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white"/>
        <p:txBody>
          <a:bodyPr/>
          <a:lstStyle/>
          <a:p>
            <a:fld id="{B29A9A0E-4FD0-46A0-9230-9ECC7EA15210}" type="datetimeFigureOut">
              <a:rPr lang="en-IN" smtClean="0"/>
              <a:t>15-04-2022</a:t>
            </a:fld>
            <a:endParaRPr lang="en-IN"/>
          </a:p>
        </p:txBody>
      </p:sp>
      <p:sp>
        <p:nvSpPr>
          <p:cNvPr id="5" name="Footer Placeholder 4"/>
          <p:cNvSpPr>
            <a:spLocks noGrp="1"/>
          </p:cNvSpPr>
          <p:nvPr>
            <p:ph type="ftr" sz="quarter" idx="11"/>
          </p:nvPr>
        </p:nvSpPr>
        <p:spPr bwMode="white"/>
        <p:txBody>
          <a:bodyPr/>
          <a:lstStyle/>
          <a:p>
            <a:endParaRPr lang="en-IN"/>
          </a:p>
        </p:txBody>
      </p:sp>
      <p:sp>
        <p:nvSpPr>
          <p:cNvPr id="6" name="Slide Number Placeholder 5"/>
          <p:cNvSpPr>
            <a:spLocks noGrp="1"/>
          </p:cNvSpPr>
          <p:nvPr>
            <p:ph type="sldNum" sz="quarter" idx="12"/>
          </p:nvPr>
        </p:nvSpPr>
        <p:spPr/>
        <p:txBody>
          <a:bodyPr/>
          <a:lstStyle/>
          <a:p>
            <a:fld id="{033E04F7-E250-4013-88AA-3C543C5DAD8D}"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371600" y="2438400"/>
            <a:ext cx="6400800" cy="30480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29A9A0E-4FD0-46A0-9230-9ECC7EA15210}" type="datetimeFigureOut">
              <a:rPr lang="en-IN" smtClean="0"/>
              <a:t>15-04-2022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3E04F7-E250-4013-88AA-3C543C5DAD8D}" type="slidenum">
              <a:rPr lang="en-IN" smtClean="0"/>
              <a:t>‹#›</a:t>
            </a:fld>
            <a:endParaRPr lang="en-IN"/>
          </a:p>
        </p:txBody>
      </p:sp>
      <p:pic>
        <p:nvPicPr>
          <p:cNvPr id="9" name="Picture 8"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29A9A0E-4FD0-46A0-9230-9ECC7EA15210}" type="datetimeFigureOut">
              <a:rPr lang="en-IN" smtClean="0"/>
              <a:t>15-04-2022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3E04F7-E250-4013-88AA-3C543C5DAD8D}" type="slidenum">
              <a:rPr lang="en-IN" smtClean="0"/>
              <a:t>‹#›</a:t>
            </a:fld>
            <a:endParaRPr lang="en-IN"/>
          </a:p>
        </p:txBody>
      </p:sp>
      <p:pic>
        <p:nvPicPr>
          <p:cNvPr id="7" name="Picture 6"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2684462"/>
            <a:ext cx="9144000" cy="932688"/>
          </a:xfrm>
          <a:prstGeom prst="rect">
            <a:avLst/>
          </a:prstGeom>
        </p:spPr>
      </p:pic>
      <p:sp>
        <p:nvSpPr>
          <p:cNvPr id="2" name="Title 1"/>
          <p:cNvSpPr>
            <a:spLocks noGrp="1"/>
          </p:cNvSpPr>
          <p:nvPr>
            <p:ph type="title"/>
          </p:nvPr>
        </p:nvSpPr>
        <p:spPr>
          <a:xfrm>
            <a:off x="1447800" y="3410267"/>
            <a:ext cx="6248400" cy="1456373"/>
          </a:xfrm>
        </p:spPr>
        <p:txBody>
          <a:bodyPr anchor="t">
            <a:normAutofit/>
          </a:bodyPr>
          <a:lstStyle>
            <a:lvl1pPr algn="ctr">
              <a:defRPr sz="3600" b="0" i="0" cap="all" baseline="0"/>
            </a:lvl1pPr>
          </a:lstStyle>
          <a:p>
            <a:r>
              <a:rPr lang="en-US" smtClean="0"/>
              <a:t>Click to edit Master title style</a:t>
            </a:r>
            <a:endParaRPr lang="en-US" dirty="0"/>
          </a:p>
        </p:txBody>
      </p:sp>
      <p:sp>
        <p:nvSpPr>
          <p:cNvPr id="3" name="Text Placeholder 2"/>
          <p:cNvSpPr>
            <a:spLocks noGrp="1"/>
          </p:cNvSpPr>
          <p:nvPr>
            <p:ph type="body" idx="1"/>
          </p:nvPr>
        </p:nvSpPr>
        <p:spPr>
          <a:xfrm>
            <a:off x="1447800" y="1503680"/>
            <a:ext cx="6248400" cy="1566862"/>
          </a:xfrm>
        </p:spPr>
        <p:txBody>
          <a:bodyPr anchor="b"/>
          <a:lstStyle>
            <a:lvl1pPr marL="0" indent="0" algn="ctr">
              <a:buNone/>
              <a:defRPr sz="2000" b="0" i="1"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pic>
        <p:nvPicPr>
          <p:cNvPr id="8" name="Picture 7"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2684462"/>
            <a:ext cx="9144000" cy="93268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 name="Content Placeholder 9"/>
          <p:cNvSpPr>
            <a:spLocks noGrp="1"/>
          </p:cNvSpPr>
          <p:nvPr>
            <p:ph sz="quarter" idx="13"/>
          </p:nvPr>
        </p:nvSpPr>
        <p:spPr>
          <a:xfrm>
            <a:off x="1371600" y="2438400"/>
            <a:ext cx="3124200" cy="312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
        <p:nvSpPr>
          <p:cNvPr id="5" name="Date Placeholder 4"/>
          <p:cNvSpPr>
            <a:spLocks noGrp="1"/>
          </p:cNvSpPr>
          <p:nvPr>
            <p:ph type="dt" sz="half" idx="10"/>
          </p:nvPr>
        </p:nvSpPr>
        <p:spPr/>
        <p:txBody>
          <a:bodyPr/>
          <a:lstStyle/>
          <a:p>
            <a:fld id="{B29A9A0E-4FD0-46A0-9230-9ECC7EA15210}" type="datetimeFigureOut">
              <a:rPr lang="en-IN" smtClean="0"/>
              <a:t>15-04-2022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3E04F7-E250-4013-88AA-3C543C5DAD8D}" type="slidenum">
              <a:rPr lang="en-IN" smtClean="0"/>
              <a:t>‹#›</a:t>
            </a:fld>
            <a:endParaRPr lang="en-IN"/>
          </a:p>
        </p:txBody>
      </p:sp>
      <p:sp>
        <p:nvSpPr>
          <p:cNvPr id="12" name="Content Placeholder 11"/>
          <p:cNvSpPr>
            <a:spLocks noGrp="1"/>
          </p:cNvSpPr>
          <p:nvPr>
            <p:ph sz="quarter" idx="14"/>
          </p:nvPr>
        </p:nvSpPr>
        <p:spPr>
          <a:xfrm>
            <a:off x="4648200" y="2438400"/>
            <a:ext cx="3124200" cy="3124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pic>
        <p:nvPicPr>
          <p:cNvPr id="9" name="Picture 8"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descr="flourish2.png"/>
          <p:cNvPicPr>
            <a:picLocks noChangeAspect="1"/>
          </p:cNvPicPr>
          <p:nvPr/>
        </p:nvPicPr>
        <p:blipFill>
          <a:blip r:embed="rId2">
            <a:clrChange>
              <a:clrFrom>
                <a:srgbClr val="000000">
                  <a:alpha val="0"/>
                </a:srgbClr>
              </a:clrFrom>
              <a:clrTo>
                <a:srgbClr val="000000">
                  <a:alpha val="0"/>
                </a:srgbClr>
              </a:clrTo>
            </a:clrChange>
            <a:lum bright="-14000"/>
          </a:blip>
          <a:stretch>
            <a:fillRect/>
          </a:stretch>
        </p:blipFill>
        <p:spPr>
          <a:xfrm>
            <a:off x="0" y="1618488"/>
            <a:ext cx="9144000" cy="932688"/>
          </a:xfrm>
          <a:prstGeom prst="rect">
            <a:avLst/>
          </a:prstGeom>
        </p:spPr>
      </p:pic>
      <p:sp>
        <p:nvSpPr>
          <p:cNvPr id="11" name="Content Placeholder 10"/>
          <p:cNvSpPr>
            <a:spLocks noGrp="1"/>
          </p:cNvSpPr>
          <p:nvPr>
            <p:ph sz="quarter" idx="13"/>
          </p:nvPr>
        </p:nvSpPr>
        <p:spPr>
          <a:xfrm>
            <a:off x="1371600" y="2819400"/>
            <a:ext cx="3124200" cy="2743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48200" y="2819400"/>
            <a:ext cx="3124200" cy="2743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371600" y="2362201"/>
            <a:ext cx="3125788" cy="451338"/>
          </a:xfrm>
        </p:spPr>
        <p:txBody>
          <a:bodyPr anchor="b"/>
          <a:lstStyle>
            <a:lvl1pPr marL="0" indent="0" algn="ctr">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5025" y="2359152"/>
            <a:ext cx="3127375" cy="448056"/>
          </a:xfrm>
        </p:spPr>
        <p:txBody>
          <a:bodyPr anchor="b"/>
          <a:lstStyle>
            <a:lvl1pPr marL="0" indent="0" algn="ctr">
              <a:buNone/>
              <a:defRPr sz="1800" b="1"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B29A9A0E-4FD0-46A0-9230-9ECC7EA15210}" type="datetimeFigureOut">
              <a:rPr lang="en-IN" smtClean="0"/>
              <a:t>15-04-2022</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33E04F7-E250-4013-88AA-3C543C5DAD8D}"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9A9A0E-4FD0-46A0-9230-9ECC7EA15210}" type="datetimeFigureOut">
              <a:rPr lang="en-IN" smtClean="0"/>
              <a:t>15-04-2022</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33E04F7-E250-4013-88AA-3C543C5DAD8D}" type="slidenum">
              <a:rPr lang="en-IN" smtClean="0"/>
              <a:t>‹#›</a:t>
            </a:fld>
            <a:endParaRPr lang="en-IN"/>
          </a:p>
        </p:txBody>
      </p:sp>
      <p:pic>
        <p:nvPicPr>
          <p:cNvPr id="7" name="Picture 6" descr="flourish2.png"/>
          <p:cNvPicPr>
            <a:picLocks noChangeAspect="1"/>
          </p:cNvPicPr>
          <p:nvPr/>
        </p:nvPicPr>
        <p:blipFill>
          <a:blip r:embed="rId2">
            <a:duotone>
              <a:prstClr val="black"/>
              <a:schemeClr val="tx2">
                <a:tint val="45000"/>
                <a:satMod val="400000"/>
              </a:schemeClr>
            </a:duotone>
            <a:lum bright="-14000"/>
          </a:blip>
          <a:stretch>
            <a:fillRect/>
          </a:stretch>
        </p:blipFill>
        <p:spPr>
          <a:xfrm>
            <a:off x="0" y="1618488"/>
            <a:ext cx="9144000" cy="932688"/>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B29A9A0E-4FD0-46A0-9230-9ECC7EA15210}" type="datetimeFigureOut">
              <a:rPr lang="en-IN" smtClean="0"/>
              <a:t>15-04-2022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3E04F7-E250-4013-88AA-3C543C5DAD8D}"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1" y="1676400"/>
            <a:ext cx="2819399" cy="599440"/>
          </a:xfrm>
        </p:spPr>
        <p:txBody>
          <a:bodyPr anchor="b">
            <a:noAutofit/>
          </a:bodyPr>
          <a:lstStyle>
            <a:lvl1pPr algn="ctr">
              <a:defRPr sz="1700" b="1" cap="all" spc="0" baseline="0"/>
            </a:lvl1pPr>
          </a:lstStyle>
          <a:p>
            <a:r>
              <a:rPr lang="en-US" smtClean="0"/>
              <a:t>Click to edit Master title style</a:t>
            </a:r>
            <a:endParaRPr lang="en-US" dirty="0"/>
          </a:p>
        </p:txBody>
      </p:sp>
      <p:sp>
        <p:nvSpPr>
          <p:cNvPr id="4" name="Text Placeholder 3"/>
          <p:cNvSpPr>
            <a:spLocks noGrp="1"/>
          </p:cNvSpPr>
          <p:nvPr>
            <p:ph type="body" sz="half" idx="2"/>
          </p:nvPr>
        </p:nvSpPr>
        <p:spPr>
          <a:xfrm>
            <a:off x="4953001" y="2275840"/>
            <a:ext cx="2819399" cy="290576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9A9A0E-4FD0-46A0-9230-9ECC7EA15210}" type="datetimeFigureOut">
              <a:rPr lang="en-IN" smtClean="0"/>
              <a:t>15-04-2022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3E04F7-E250-4013-88AA-3C543C5DAD8D}" type="slidenum">
              <a:rPr lang="en-IN" smtClean="0"/>
              <a:t>‹#›</a:t>
            </a:fld>
            <a:endParaRPr lang="en-IN"/>
          </a:p>
        </p:txBody>
      </p:sp>
      <p:sp>
        <p:nvSpPr>
          <p:cNvPr id="9" name="Content Placeholder 8"/>
          <p:cNvSpPr>
            <a:spLocks noGrp="1"/>
          </p:cNvSpPr>
          <p:nvPr>
            <p:ph sz="quarter" idx="13"/>
          </p:nvPr>
        </p:nvSpPr>
        <p:spPr>
          <a:xfrm>
            <a:off x="1371600" y="1676400"/>
            <a:ext cx="3276600" cy="3505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 name="Plaque 9"/>
          <p:cNvSpPr/>
          <p:nvPr/>
        </p:nvSpPr>
        <p:spPr>
          <a:xfrm>
            <a:off x="1463040" y="1847088"/>
            <a:ext cx="3090672" cy="3090672"/>
          </a:xfrm>
          <a:prstGeom prst="plaque">
            <a:avLst>
              <a:gd name="adj" fmla="val 8438"/>
            </a:avLst>
          </a:prstGeom>
          <a:noFill/>
          <a:ln w="9525">
            <a:solidFill>
              <a:schemeClr val="tx2">
                <a:alpha val="17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953000" y="1676400"/>
            <a:ext cx="2819400" cy="599440"/>
          </a:xfrm>
        </p:spPr>
        <p:txBody>
          <a:bodyPr anchor="b">
            <a:noAutofit/>
          </a:bodyPr>
          <a:lstStyle>
            <a:lvl1pPr algn="ctr">
              <a:defRPr sz="1700" b="1" cap="all" spc="0" baseline="0"/>
            </a:lvl1pPr>
          </a:lstStyle>
          <a:p>
            <a:r>
              <a:rPr lang="en-US" smtClean="0"/>
              <a:t>Click to edit Master title style</a:t>
            </a:r>
            <a:endParaRPr lang="en-US" dirty="0"/>
          </a:p>
        </p:txBody>
      </p:sp>
      <p:sp>
        <p:nvSpPr>
          <p:cNvPr id="3" name="Picture Placeholder 2"/>
          <p:cNvSpPr>
            <a:spLocks noGrp="1"/>
          </p:cNvSpPr>
          <p:nvPr>
            <p:ph type="pic" idx="1"/>
          </p:nvPr>
        </p:nvSpPr>
        <p:spPr>
          <a:xfrm>
            <a:off x="1524000" y="1905000"/>
            <a:ext cx="2971800" cy="2971800"/>
          </a:xfrm>
          <a:prstGeom prst="plaque">
            <a:avLst>
              <a:gd name="adj" fmla="val 8341"/>
            </a:avLst>
          </a:prstGeom>
          <a:solidFill>
            <a:schemeClr val="bg1">
              <a:lumMod val="95000"/>
              <a:alpha val="35000"/>
            </a:schemeClr>
          </a:solidFill>
          <a:ln w="98425" cmpd="thinThick">
            <a:noFill/>
            <a:bevel/>
          </a:ln>
        </p:spPr>
        <p:txBody>
          <a:bodyPr>
            <a:normAutofit/>
          </a:bodyPr>
          <a:lstStyle>
            <a:lvl1pPr marL="0" indent="0" algn="ctr">
              <a:buNone/>
              <a:defRPr sz="1800" baseline="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4953000" y="2276856"/>
            <a:ext cx="2819400" cy="2875280"/>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9A9A0E-4FD0-46A0-9230-9ECC7EA15210}" type="datetimeFigureOut">
              <a:rPr lang="en-IN" smtClean="0"/>
              <a:t>15-04-2022</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33E04F7-E250-4013-88AA-3C543C5DAD8D}"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9A9A0E-4FD0-46A0-9230-9ECC7EA15210}" type="datetimeFigureOut">
              <a:rPr lang="en-IN" smtClean="0"/>
              <a:t>15-04-2022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3E04F7-E250-4013-88AA-3C543C5DAD8D}"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209041"/>
            <a:ext cx="1295400" cy="43180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400" y="1219199"/>
            <a:ext cx="5181600" cy="42672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29A9A0E-4FD0-46A0-9230-9ECC7EA15210}" type="datetimeFigureOut">
              <a:rPr lang="en-IN" smtClean="0"/>
              <a:t>15-04-2022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33E04F7-E250-4013-88AA-3C543C5DAD8D}"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window3.png"/>
          <p:cNvPicPr>
            <a:picLocks noChangeAspect="1"/>
          </p:cNvPicPr>
          <p:nvPr/>
        </p:nvPicPr>
        <p:blipFill>
          <a:blip r:embed="rId13"/>
          <a:stretch>
            <a:fillRect/>
          </a:stretch>
        </p:blipFill>
        <p:spPr>
          <a:xfrm>
            <a:off x="0" y="0"/>
            <a:ext cx="9144000" cy="6858000"/>
          </a:xfrm>
          <a:prstGeom prst="rect">
            <a:avLst/>
          </a:prstGeom>
        </p:spPr>
      </p:pic>
      <p:sp>
        <p:nvSpPr>
          <p:cNvPr id="2" name="Title Placeholder 1"/>
          <p:cNvSpPr>
            <a:spLocks noGrp="1"/>
          </p:cNvSpPr>
          <p:nvPr>
            <p:ph type="title"/>
          </p:nvPr>
        </p:nvSpPr>
        <p:spPr>
          <a:xfrm>
            <a:off x="1371600" y="1295400"/>
            <a:ext cx="6400800" cy="685800"/>
          </a:xfrm>
          <a:prstGeom prst="rect">
            <a:avLst/>
          </a:prstGeom>
        </p:spPr>
        <p:txBody>
          <a:bodyPr vert="horz" lIns="91440" tIns="45720" rIns="91440" bIns="45720" rtlCol="0" anchor="b" anchorCtr="0">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057400"/>
            <a:ext cx="6400800" cy="3429001"/>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bwMode="white">
          <a:xfrm>
            <a:off x="304800" y="6356350"/>
            <a:ext cx="2133600" cy="365125"/>
          </a:xfrm>
          <a:prstGeom prst="rect">
            <a:avLst/>
          </a:prstGeom>
          <a:ln>
            <a:noFill/>
          </a:ln>
        </p:spPr>
        <p:txBody>
          <a:bodyPr vert="horz" lIns="91440" tIns="45720" rIns="91440" bIns="45720" rtlCol="0" anchor="ctr"/>
          <a:lstStyle>
            <a:lvl1pPr algn="l">
              <a:defRPr sz="1100" baseline="0">
                <a:solidFill>
                  <a:schemeClr val="accent1">
                    <a:lumMod val="60000"/>
                    <a:lumOff val="40000"/>
                  </a:schemeClr>
                </a:solidFill>
              </a:defRPr>
            </a:lvl1pPr>
          </a:lstStyle>
          <a:p>
            <a:fld id="{B29A9A0E-4FD0-46A0-9230-9ECC7EA15210}" type="datetimeFigureOut">
              <a:rPr lang="en-IN" smtClean="0"/>
              <a:t>15-04-2022</a:t>
            </a:fld>
            <a:endParaRPr lang="en-IN"/>
          </a:p>
        </p:txBody>
      </p:sp>
      <p:sp>
        <p:nvSpPr>
          <p:cNvPr id="5" name="Footer Placeholder 4"/>
          <p:cNvSpPr>
            <a:spLocks noGrp="1"/>
          </p:cNvSpPr>
          <p:nvPr>
            <p:ph type="ftr" sz="quarter" idx="3"/>
          </p:nvPr>
        </p:nvSpPr>
        <p:spPr bwMode="white">
          <a:xfrm>
            <a:off x="2971800" y="6356350"/>
            <a:ext cx="3200400" cy="365125"/>
          </a:xfrm>
          <a:prstGeom prst="rect">
            <a:avLst/>
          </a:prstGeom>
        </p:spPr>
        <p:txBody>
          <a:bodyPr vert="horz" lIns="91440" tIns="45720" rIns="91440" bIns="45720" rtlCol="0" anchor="ctr"/>
          <a:lstStyle>
            <a:lvl1pPr algn="ctr">
              <a:defRPr sz="1100" baseline="0">
                <a:solidFill>
                  <a:schemeClr val="accent1">
                    <a:lumMod val="60000"/>
                    <a:lumOff val="40000"/>
                  </a:schemeClr>
                </a:solidFill>
              </a:defRPr>
            </a:lvl1pPr>
          </a:lstStyle>
          <a:p>
            <a:endParaRPr lang="en-IN"/>
          </a:p>
        </p:txBody>
      </p:sp>
      <p:sp>
        <p:nvSpPr>
          <p:cNvPr id="6" name="Slide Number Placeholder 5"/>
          <p:cNvSpPr>
            <a:spLocks noGrp="1"/>
          </p:cNvSpPr>
          <p:nvPr>
            <p:ph type="sldNum" sz="quarter" idx="4"/>
          </p:nvPr>
        </p:nvSpPr>
        <p:spPr bwMode="white">
          <a:xfrm>
            <a:off x="6675120" y="6364224"/>
            <a:ext cx="2133600" cy="365125"/>
          </a:xfrm>
          <a:prstGeom prst="rect">
            <a:avLst/>
          </a:prstGeom>
        </p:spPr>
        <p:txBody>
          <a:bodyPr vert="horz" lIns="91440" tIns="45720" rIns="91440" bIns="45720" rtlCol="0" anchor="ctr"/>
          <a:lstStyle>
            <a:lvl1pPr algn="r">
              <a:defRPr sz="1200" b="1" baseline="0">
                <a:solidFill>
                  <a:schemeClr val="accent1">
                    <a:lumMod val="60000"/>
                    <a:lumOff val="40000"/>
                  </a:schemeClr>
                </a:solidFill>
              </a:defRPr>
            </a:lvl1pPr>
          </a:lstStyle>
          <a:p>
            <a:fld id="{033E04F7-E250-4013-88AA-3C543C5DAD8D}"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3600" kern="1200" cap="all" spc="300" baseline="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0" indent="-274320" algn="l" defTabSz="914400" rtl="0" eaLnBrk="1" latinLnBrk="0" hangingPunct="1">
        <a:lnSpc>
          <a:spcPct val="150000"/>
        </a:lnSpc>
        <a:spcBef>
          <a:spcPct val="20000"/>
        </a:spcBef>
        <a:buClrTx/>
        <a:buFont typeface="Wingdings" pitchFamily="2" charset="2"/>
        <a:buChar char="v"/>
        <a:defRPr sz="1800" kern="1200" baseline="0">
          <a:solidFill>
            <a:schemeClr val="tx1"/>
          </a:solidFill>
          <a:latin typeface="+mn-lt"/>
          <a:ea typeface="+mn-ea"/>
          <a:cs typeface="+mn-cs"/>
        </a:defRPr>
      </a:lvl1pPr>
      <a:lvl2pPr marL="742950" indent="-228600" algn="l" defTabSz="914400" rtl="0" eaLnBrk="1" latinLnBrk="0" hangingPunct="1">
        <a:spcBef>
          <a:spcPct val="20000"/>
        </a:spcBef>
        <a:buClrTx/>
        <a:buFont typeface="Arial" pitchFamily="34" charset="0"/>
        <a:buChar char="•"/>
        <a:defRPr sz="1600" kern="1200" baseline="0">
          <a:solidFill>
            <a:schemeClr val="tx1"/>
          </a:solidFill>
          <a:latin typeface="+mn-lt"/>
          <a:ea typeface="+mn-ea"/>
          <a:cs typeface="+mn-cs"/>
        </a:defRPr>
      </a:lvl2pPr>
      <a:lvl3pPr marL="11430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3pPr>
      <a:lvl4pPr marL="16002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4pPr>
      <a:lvl5pPr marL="2057400" indent="-228600" algn="l" defTabSz="914400" rtl="0" eaLnBrk="1" latinLnBrk="0" hangingPunct="1">
        <a:spcBef>
          <a:spcPct val="20000"/>
        </a:spcBef>
        <a:buClrTx/>
        <a:buFont typeface="Arial" pitchFamily="34" charset="0"/>
        <a:buChar char="•"/>
        <a:defRPr sz="1400" kern="1200" baseline="0">
          <a:solidFill>
            <a:schemeClr val="tx1"/>
          </a:solidFill>
          <a:latin typeface="+mn-lt"/>
          <a:ea typeface="+mn-ea"/>
          <a:cs typeface="+mn-cs"/>
        </a:defRPr>
      </a:lvl5pPr>
      <a:lvl6pPr marL="2514600" indent="-228600" algn="l" defTabSz="914400" rtl="0" eaLnBrk="1" latinLnBrk="0" hangingPunct="1">
        <a:spcBef>
          <a:spcPct val="20000"/>
        </a:spcBef>
        <a:buClrTx/>
        <a:buFont typeface="Arial" pitchFamily="34" charset="0"/>
        <a:buChar char="•"/>
        <a:defRPr sz="1400" kern="1200">
          <a:solidFill>
            <a:schemeClr val="tx1"/>
          </a:solidFill>
          <a:latin typeface="+mn-lt"/>
          <a:ea typeface="+mn-ea"/>
          <a:cs typeface="+mn-cs"/>
        </a:defRPr>
      </a:lvl6pPr>
      <a:lvl7pPr marL="29718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7pPr>
      <a:lvl8pPr marL="3429000" indent="-228600" algn="l" defTabSz="914400" rtl="0" eaLnBrk="1" latinLnBrk="0" hangingPunct="1">
        <a:spcBef>
          <a:spcPct val="20000"/>
        </a:spcBef>
        <a:buClrTx/>
        <a:buFont typeface="Arial" pitchFamily="34" charset="0"/>
        <a:buChar char="•"/>
        <a:defRPr sz="1200" kern="1200" baseline="0">
          <a:solidFill>
            <a:schemeClr val="tx1"/>
          </a:solidFill>
          <a:latin typeface="+mn-lt"/>
          <a:ea typeface="+mn-ea"/>
          <a:cs typeface="+mn-cs"/>
        </a:defRPr>
      </a:lvl8pPr>
      <a:lvl9pPr marL="3886200" indent="-228600" algn="l" defTabSz="914400" rtl="0" eaLnBrk="1" latinLnBrk="0" hangingPunct="1">
        <a:spcBef>
          <a:spcPct val="20000"/>
        </a:spcBef>
        <a:buClrTx/>
        <a:buFont typeface="Arial"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fif"/><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GB" dirty="0" smtClean="0"/>
              <a:t> PROJECT PRESENTATION</a:t>
            </a:r>
            <a:br>
              <a:rPr lang="en-GB" dirty="0" smtClean="0"/>
            </a:br>
            <a:r>
              <a:rPr lang="en-GB" sz="4000" dirty="0" smtClean="0"/>
              <a:t>DIABETES PREDICTION USING PYTHON</a:t>
            </a:r>
            <a:endParaRPr lang="en-IN" sz="4000" dirty="0"/>
          </a:p>
        </p:txBody>
      </p:sp>
      <p:sp>
        <p:nvSpPr>
          <p:cNvPr id="3" name="Subtitle 2"/>
          <p:cNvSpPr>
            <a:spLocks noGrp="1"/>
          </p:cNvSpPr>
          <p:nvPr>
            <p:ph type="subTitle" idx="1"/>
          </p:nvPr>
        </p:nvSpPr>
        <p:spPr/>
        <p:txBody>
          <a:bodyPr/>
          <a:lstStyle/>
          <a:p>
            <a:r>
              <a:rPr lang="en-GB" dirty="0" smtClean="0"/>
              <a:t>                                             ABRAHAM PRABAKAR . A</a:t>
            </a:r>
            <a:endParaRPr lang="en-IN"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3645024"/>
            <a:ext cx="3024336" cy="1872208"/>
          </a:xfrm>
          <a:prstGeom prst="rect">
            <a:avLst/>
          </a:prstGeom>
        </p:spPr>
      </p:pic>
    </p:spTree>
    <p:extLst>
      <p:ext uri="{BB962C8B-B14F-4D97-AF65-F5344CB8AC3E}">
        <p14:creationId xmlns:p14="http://schemas.microsoft.com/office/powerpoint/2010/main" val="2100550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dirty="0" smtClean="0"/>
              <a:t>Diabetes prediction using python</a:t>
            </a:r>
            <a:endParaRPr lang="en-IN" sz="2800" dirty="0"/>
          </a:p>
        </p:txBody>
      </p:sp>
      <p:sp>
        <p:nvSpPr>
          <p:cNvPr id="5" name="Content Placeholder 4"/>
          <p:cNvSpPr>
            <a:spLocks noGrp="1"/>
          </p:cNvSpPr>
          <p:nvPr>
            <p:ph idx="1"/>
          </p:nvPr>
        </p:nvSpPr>
        <p:spPr/>
        <p:txBody>
          <a:bodyPr>
            <a:normAutofit fontScale="77500" lnSpcReduction="20000"/>
          </a:bodyPr>
          <a:lstStyle/>
          <a:p>
            <a:r>
              <a:rPr lang="en-US" dirty="0"/>
              <a:t>Diabetes has become one of the major causes of national disease and death in most countries. </a:t>
            </a:r>
            <a:endParaRPr lang="en-US" dirty="0" smtClean="0"/>
          </a:p>
          <a:p>
            <a:r>
              <a:rPr lang="en-US" dirty="0"/>
              <a:t>According to the International Diabetes Federation report, the figure is expected to rise to more than 642 million in 2040, so early screening and diagnosis of diabetes patients have great significance in detecting and treating diabetes on time. </a:t>
            </a:r>
            <a:endParaRPr lang="en-US" dirty="0" smtClean="0"/>
          </a:p>
          <a:p>
            <a:r>
              <a:rPr lang="en-US" dirty="0"/>
              <a:t>Diabetes is a multifactorial metabolic disease, its diagnostic criteria is difficult to cover all the ethology, damage degree, pathogenesis and other factors, so there is a situation for uncertainty and imprecision under various aspects of medical diagnosis process</a:t>
            </a:r>
            <a:r>
              <a:rPr lang="en-US" dirty="0" smtClean="0"/>
              <a:t>.</a:t>
            </a:r>
          </a:p>
          <a:p>
            <a:r>
              <a:rPr lang="en-US" dirty="0"/>
              <a:t>With the development of Data mining, researchers find that machine learning is playing an increasingly important role in diabetes research.</a:t>
            </a:r>
            <a:endParaRPr lang="en-IN" dirty="0"/>
          </a:p>
        </p:txBody>
      </p:sp>
    </p:spTree>
    <p:extLst>
      <p:ext uri="{BB962C8B-B14F-4D97-AF65-F5344CB8AC3E}">
        <p14:creationId xmlns:p14="http://schemas.microsoft.com/office/powerpoint/2010/main" val="3963086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GB" sz="2800" dirty="0" smtClean="0"/>
              <a:t>Diabetes prediction using python</a:t>
            </a:r>
            <a:endParaRPr lang="en-IN" sz="2800" dirty="0"/>
          </a:p>
        </p:txBody>
      </p:sp>
      <p:sp>
        <p:nvSpPr>
          <p:cNvPr id="3" name="Content Placeholder 2"/>
          <p:cNvSpPr>
            <a:spLocks noGrp="1"/>
          </p:cNvSpPr>
          <p:nvPr>
            <p:ph idx="1"/>
          </p:nvPr>
        </p:nvSpPr>
        <p:spPr/>
        <p:txBody>
          <a:bodyPr>
            <a:normAutofit fontScale="77500" lnSpcReduction="20000"/>
          </a:bodyPr>
          <a:lstStyle/>
          <a:p>
            <a:r>
              <a:rPr lang="en-US" dirty="0"/>
              <a:t>Machine learning techniques can find the risky factors of diabetes and reasonable threshold of physiological parameters to unearth hidden knowledge from a huge amount of diabetes-related data, which has a very important significance for diagnosis and treatment of diabetes</a:t>
            </a:r>
            <a:r>
              <a:rPr lang="en-US" dirty="0" smtClean="0"/>
              <a:t>.</a:t>
            </a:r>
          </a:p>
          <a:p>
            <a:r>
              <a:rPr lang="en-US" dirty="0"/>
              <a:t> So this project provides a survey of machine learning techniques that has been applied to diabetes data screening and diagnosis of the disease. </a:t>
            </a:r>
            <a:endParaRPr lang="en-US" dirty="0" smtClean="0"/>
          </a:p>
          <a:p>
            <a:r>
              <a:rPr lang="en-US" dirty="0" smtClean="0"/>
              <a:t>In </a:t>
            </a:r>
            <a:r>
              <a:rPr lang="en-US" dirty="0"/>
              <a:t>this project, conventional machine learning techniques are described in early screening and diagnosis of diabetes</a:t>
            </a:r>
            <a:r>
              <a:rPr lang="en-US" dirty="0" smtClean="0"/>
              <a:t>.</a:t>
            </a:r>
          </a:p>
          <a:p>
            <a:r>
              <a:rPr lang="en-US" dirty="0"/>
              <a:t> More over deep learning techniques which have a significance of biomedical effect are also described. </a:t>
            </a:r>
            <a:endParaRPr lang="en-IN" dirty="0"/>
          </a:p>
        </p:txBody>
      </p:sp>
    </p:spTree>
    <p:extLst>
      <p:ext uri="{BB962C8B-B14F-4D97-AF65-F5344CB8AC3E}">
        <p14:creationId xmlns:p14="http://schemas.microsoft.com/office/powerpoint/2010/main" val="1361301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agenda</a:t>
            </a:r>
            <a:endParaRPr lang="en-IN" dirty="0"/>
          </a:p>
        </p:txBody>
      </p:sp>
      <p:sp>
        <p:nvSpPr>
          <p:cNvPr id="3" name="Content Placeholder 2"/>
          <p:cNvSpPr>
            <a:spLocks noGrp="1"/>
          </p:cNvSpPr>
          <p:nvPr>
            <p:ph idx="1"/>
          </p:nvPr>
        </p:nvSpPr>
        <p:spPr/>
        <p:txBody>
          <a:bodyPr/>
          <a:lstStyle/>
          <a:p>
            <a:r>
              <a:rPr lang="en-GB" dirty="0" smtClean="0"/>
              <a:t>Implementation of Model</a:t>
            </a:r>
          </a:p>
          <a:p>
            <a:r>
              <a:rPr lang="en-GB" dirty="0"/>
              <a:t>S</a:t>
            </a:r>
            <a:r>
              <a:rPr lang="en-GB" dirty="0" smtClean="0"/>
              <a:t>oftware and Python libraries </a:t>
            </a:r>
          </a:p>
          <a:p>
            <a:r>
              <a:rPr lang="en-GB" dirty="0" smtClean="0"/>
              <a:t>Dataset used </a:t>
            </a:r>
          </a:p>
          <a:p>
            <a:r>
              <a:rPr lang="en-GB" dirty="0" smtClean="0"/>
              <a:t>Algorithm used for Prediction</a:t>
            </a:r>
          </a:p>
          <a:p>
            <a:r>
              <a:rPr lang="en-GB" dirty="0" smtClean="0"/>
              <a:t>Conclusion</a:t>
            </a:r>
            <a:endParaRPr lang="en-IN" dirty="0"/>
          </a:p>
        </p:txBody>
      </p:sp>
    </p:spTree>
    <p:extLst>
      <p:ext uri="{BB962C8B-B14F-4D97-AF65-F5344CB8AC3E}">
        <p14:creationId xmlns:p14="http://schemas.microsoft.com/office/powerpoint/2010/main" val="12776207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smtClean="0"/>
              <a:t>Implementation of model</a:t>
            </a:r>
            <a:endParaRPr lang="en-IN" sz="2800" dirty="0"/>
          </a:p>
        </p:txBody>
      </p:sp>
      <p:pic>
        <p:nvPicPr>
          <p:cNvPr id="1026" name="Picture 2"/>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371600" y="2764697"/>
            <a:ext cx="6400800" cy="23954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41692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sz="2800" dirty="0" smtClean="0"/>
              <a:t>Software’s and libraries</a:t>
            </a:r>
            <a:r>
              <a:rPr lang="en-GB" dirty="0" smtClean="0"/>
              <a:t> </a:t>
            </a:r>
            <a:endParaRPr lang="en-IN" dirty="0"/>
          </a:p>
        </p:txBody>
      </p:sp>
      <p:sp>
        <p:nvSpPr>
          <p:cNvPr id="3" name="Content Placeholder 2"/>
          <p:cNvSpPr>
            <a:spLocks noGrp="1"/>
          </p:cNvSpPr>
          <p:nvPr>
            <p:ph idx="1"/>
          </p:nvPr>
        </p:nvSpPr>
        <p:spPr/>
        <p:txBody>
          <a:bodyPr/>
          <a:lstStyle/>
          <a:p>
            <a:r>
              <a:rPr lang="en-GB" dirty="0" smtClean="0"/>
              <a:t>Anaconda Navigator 2.1.0</a:t>
            </a:r>
          </a:p>
          <a:p>
            <a:r>
              <a:rPr lang="en-GB" dirty="0" smtClean="0"/>
              <a:t>Pandas 1.2.4</a:t>
            </a:r>
          </a:p>
          <a:p>
            <a:r>
              <a:rPr lang="en-GB" dirty="0" smtClean="0"/>
              <a:t>Numpy 1.20.1</a:t>
            </a:r>
          </a:p>
          <a:p>
            <a:r>
              <a:rPr lang="en-GB" dirty="0" smtClean="0"/>
              <a:t>Scikit-Learn-0.24.1</a:t>
            </a:r>
          </a:p>
          <a:p>
            <a:r>
              <a:rPr lang="en-GB" dirty="0" smtClean="0"/>
              <a:t>Matplotlib 3.3.4</a:t>
            </a:r>
          </a:p>
          <a:p>
            <a:r>
              <a:rPr lang="en-GB" dirty="0" smtClean="0"/>
              <a:t>Seaborn 0.11.1</a:t>
            </a:r>
            <a:endParaRPr lang="en-IN" dirty="0"/>
          </a:p>
        </p:txBody>
      </p:sp>
    </p:spTree>
    <p:extLst>
      <p:ext uri="{BB962C8B-B14F-4D97-AF65-F5344CB8AC3E}">
        <p14:creationId xmlns:p14="http://schemas.microsoft.com/office/powerpoint/2010/main" val="1511947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Dataset used </a:t>
            </a:r>
            <a:endParaRPr lang="en-IN" dirty="0"/>
          </a:p>
        </p:txBody>
      </p:sp>
      <p:sp>
        <p:nvSpPr>
          <p:cNvPr id="3" name="Content Placeholder 2"/>
          <p:cNvSpPr>
            <a:spLocks noGrp="1"/>
          </p:cNvSpPr>
          <p:nvPr>
            <p:ph idx="1"/>
          </p:nvPr>
        </p:nvSpPr>
        <p:spPr/>
        <p:txBody>
          <a:bodyPr/>
          <a:lstStyle/>
          <a:p>
            <a:pPr indent="0">
              <a:buNone/>
            </a:pPr>
            <a:r>
              <a:rPr lang="en-GB" sz="3600" dirty="0" err="1" smtClean="0"/>
              <a:t>Kaggle</a:t>
            </a:r>
            <a:r>
              <a:rPr lang="en-GB" sz="3600" dirty="0" smtClean="0"/>
              <a:t> notebook for dataset and Pima Indian </a:t>
            </a:r>
            <a:r>
              <a:rPr lang="en-GB" sz="3600" dirty="0" err="1" smtClean="0"/>
              <a:t>Daibetes</a:t>
            </a:r>
            <a:r>
              <a:rPr lang="en-GB" sz="3600" dirty="0" smtClean="0"/>
              <a:t> </a:t>
            </a:r>
            <a:r>
              <a:rPr lang="en-GB" sz="3600" dirty="0" err="1" smtClean="0"/>
              <a:t>DataSet</a:t>
            </a:r>
            <a:endParaRPr lang="en-IN" sz="3600" dirty="0"/>
          </a:p>
        </p:txBody>
      </p:sp>
    </p:spTree>
    <p:extLst>
      <p:ext uri="{BB962C8B-B14F-4D97-AF65-F5344CB8AC3E}">
        <p14:creationId xmlns:p14="http://schemas.microsoft.com/office/powerpoint/2010/main" val="16785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Algorithm’s used</a:t>
            </a:r>
            <a:endParaRPr lang="en-IN" dirty="0"/>
          </a:p>
        </p:txBody>
      </p:sp>
      <p:sp>
        <p:nvSpPr>
          <p:cNvPr id="3" name="Content Placeholder 2"/>
          <p:cNvSpPr>
            <a:spLocks noGrp="1"/>
          </p:cNvSpPr>
          <p:nvPr>
            <p:ph idx="1"/>
          </p:nvPr>
        </p:nvSpPr>
        <p:spPr/>
        <p:txBody>
          <a:bodyPr/>
          <a:lstStyle/>
          <a:p>
            <a:r>
              <a:rPr lang="en-GB" dirty="0" smtClean="0"/>
              <a:t>K - Nearest Neighbours</a:t>
            </a:r>
          </a:p>
          <a:p>
            <a:r>
              <a:rPr lang="en-GB" dirty="0" smtClean="0"/>
              <a:t>Decision Tree</a:t>
            </a:r>
          </a:p>
          <a:p>
            <a:r>
              <a:rPr lang="en-GB" dirty="0" smtClean="0"/>
              <a:t>Logistic Regression</a:t>
            </a:r>
          </a:p>
          <a:p>
            <a:r>
              <a:rPr lang="en-GB" dirty="0" smtClean="0"/>
              <a:t>Random Forest Classifier</a:t>
            </a:r>
          </a:p>
          <a:p>
            <a:r>
              <a:rPr lang="en-GB" dirty="0" smtClean="0"/>
              <a:t>Support Vector Machine</a:t>
            </a:r>
            <a:endParaRPr lang="en-IN" dirty="0"/>
          </a:p>
        </p:txBody>
      </p:sp>
    </p:spTree>
    <p:extLst>
      <p:ext uri="{BB962C8B-B14F-4D97-AF65-F5344CB8AC3E}">
        <p14:creationId xmlns:p14="http://schemas.microsoft.com/office/powerpoint/2010/main" val="3541110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conclusion</a:t>
            </a:r>
            <a:endParaRPr lang="en-IN" dirty="0"/>
          </a:p>
        </p:txBody>
      </p:sp>
      <p:sp>
        <p:nvSpPr>
          <p:cNvPr id="3" name="Content Placeholder 2"/>
          <p:cNvSpPr>
            <a:spLocks noGrp="1"/>
          </p:cNvSpPr>
          <p:nvPr>
            <p:ph idx="1"/>
          </p:nvPr>
        </p:nvSpPr>
        <p:spPr/>
        <p:txBody>
          <a:bodyPr>
            <a:normAutofit fontScale="92500" lnSpcReduction="20000"/>
          </a:bodyPr>
          <a:lstStyle/>
          <a:p>
            <a:pPr lvl="0"/>
            <a:r>
              <a:rPr lang="en-US" dirty="0"/>
              <a:t>The main aim of this project was to design and implement Diabetes Prediction Using Machine Learning Methods and Performance Analysis of that methods and it has been achieved successfully. </a:t>
            </a:r>
            <a:endParaRPr lang="en-IN" dirty="0"/>
          </a:p>
          <a:p>
            <a:pPr lvl="0"/>
            <a:r>
              <a:rPr lang="en-US" dirty="0"/>
              <a:t>The proposed approach uses various classification and ensemble learning method in which SVM, KNN, Random Forest, Decision Tree and Logistic Regression are used. </a:t>
            </a:r>
            <a:endParaRPr lang="en-GB" dirty="0"/>
          </a:p>
          <a:p>
            <a:r>
              <a:rPr lang="en-US" dirty="0"/>
              <a:t>The Experimental results can be assist health care to predict and make early decision to cure diabetes and save humans life</a:t>
            </a:r>
            <a:r>
              <a:rPr lang="en-US" dirty="0" smtClean="0"/>
              <a:t>.</a:t>
            </a:r>
            <a:endParaRPr lang="en-IN" dirty="0"/>
          </a:p>
        </p:txBody>
      </p:sp>
    </p:spTree>
    <p:extLst>
      <p:ext uri="{BB962C8B-B14F-4D97-AF65-F5344CB8AC3E}">
        <p14:creationId xmlns:p14="http://schemas.microsoft.com/office/powerpoint/2010/main" val="3459495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47664" y="1340768"/>
            <a:ext cx="5904656" cy="3834644"/>
          </a:xfrm>
          <a:prstGeom prst="rect">
            <a:avLst/>
          </a:prstGeom>
        </p:spPr>
      </p:pic>
    </p:spTree>
    <p:extLst>
      <p:ext uri="{BB962C8B-B14F-4D97-AF65-F5344CB8AC3E}">
        <p14:creationId xmlns:p14="http://schemas.microsoft.com/office/powerpoint/2010/main" val="62530570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uture">
  <a:themeElements>
    <a:clrScheme name="Couture">
      <a:dk1>
        <a:sysClr val="windowText" lastClr="000000"/>
      </a:dk1>
      <a:lt1>
        <a:sysClr val="window" lastClr="FFFFFF"/>
      </a:lt1>
      <a:dk2>
        <a:srgbClr val="37302A"/>
      </a:dk2>
      <a:lt2>
        <a:srgbClr val="D0CCB9"/>
      </a:lt2>
      <a:accent1>
        <a:srgbClr val="9E8E5C"/>
      </a:accent1>
      <a:accent2>
        <a:srgbClr val="A09781"/>
      </a:accent2>
      <a:accent3>
        <a:srgbClr val="85776D"/>
      </a:accent3>
      <a:accent4>
        <a:srgbClr val="AEAFA9"/>
      </a:accent4>
      <a:accent5>
        <a:srgbClr val="8D878B"/>
      </a:accent5>
      <a:accent6>
        <a:srgbClr val="6B6149"/>
      </a:accent6>
      <a:hlink>
        <a:srgbClr val="B6A272"/>
      </a:hlink>
      <a:folHlink>
        <a:srgbClr val="8A784F"/>
      </a:folHlink>
    </a:clrScheme>
    <a:fontScheme name="Black Tie">
      <a:maj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aramond"/>
        <a:ea typeface=""/>
        <a:cs typeface=""/>
        <a:font script="Grek" typeface="Constantia"/>
        <a:font script="Cyrl" typeface="Constantia"/>
        <a:font script="Jpan" typeface="ＭＳ Ｐ明朝"/>
        <a:font script="Hang" typeface="궁서"/>
        <a:font script="Hans" typeface="仿宋"/>
        <a:font script="Hant" typeface="標楷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70000"/>
              </a:schemeClr>
            </a:gs>
            <a:gs pos="100000">
              <a:schemeClr val="phClr">
                <a:shade val="80000"/>
              </a:schemeClr>
            </a:gs>
          </a:gsLst>
          <a:path path="circle">
            <a:fillToRect l="50000" t="100000" r="100000" b="100000"/>
          </a:path>
        </a:gradFill>
        <a:blipFill rotWithShape="1">
          <a:blip xmlns:r="http://schemas.openxmlformats.org/officeDocument/2006/relationships" r:embed="rId1">
            <a:duotone>
              <a:schemeClr val="phClr">
                <a:shade val="30000"/>
                <a:satMod val="200000"/>
              </a:schemeClr>
              <a:schemeClr val="phClr">
                <a:tint val="2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Couture</Template>
  <TotalTime>32</TotalTime>
  <Words>380</Words>
  <Application>Microsoft Office PowerPoint</Application>
  <PresentationFormat>On-screen Show (4:3)</PresentationFormat>
  <Paragraphs>38</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Couture</vt:lpstr>
      <vt:lpstr> PROJECT PRESENTATION DIABETES PREDICTION USING PYTHON</vt:lpstr>
      <vt:lpstr>Diabetes prediction using python</vt:lpstr>
      <vt:lpstr>Diabetes prediction using python</vt:lpstr>
      <vt:lpstr>agenda</vt:lpstr>
      <vt:lpstr>Implementation of model</vt:lpstr>
      <vt:lpstr>Software’s and libraries </vt:lpstr>
      <vt:lpstr>Dataset used </vt:lpstr>
      <vt:lpstr>Algorithm’s used</vt:lpstr>
      <vt:lpstr>conclusion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PRESENTATION DIABETES PREDICTION USING PYTHON</dc:title>
  <dc:creator>User</dc:creator>
  <cp:lastModifiedBy>User</cp:lastModifiedBy>
  <cp:revision>5</cp:revision>
  <dcterms:created xsi:type="dcterms:W3CDTF">2022-04-15T12:54:08Z</dcterms:created>
  <dcterms:modified xsi:type="dcterms:W3CDTF">2022-04-15T13:47:58Z</dcterms:modified>
</cp:coreProperties>
</file>